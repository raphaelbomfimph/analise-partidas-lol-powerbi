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8D3D"/>
    <a:srgbClr val="120301"/>
    <a:srgbClr val="050A0A"/>
    <a:srgbClr val="694711"/>
    <a:srgbClr val="1720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3ACFC-D2A5-5A27-0955-EE24EAFD5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814036-B5B1-36E0-9A4F-02F5041FA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46A602-FE88-2E0B-E425-C425734F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42C898-7638-0128-4409-FFD207AC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1D6BF4-7681-0379-3503-4EED982A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23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F877E-67DC-DA86-D144-65D81254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568481-4665-D784-9FFC-7067EC071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F81F1F-3C42-C7FE-8A86-CEA231E4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92231-6023-F365-065C-FEE5A21A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323D92-609D-C90C-4AD5-04481FC3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69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3650E-9B43-D00E-2941-6C6207B5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227C6F-4EA3-D6D4-B702-E69F445CE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D527E4-7EFD-7C35-57F8-512A3E0A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910D3A-1A00-B1EB-D0E4-F915D8DB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F25AD6-9B31-9179-F25C-FB6B097B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506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F97E5-B1BA-F2BF-95C3-14E0F350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B21BCD-EEAC-1BE5-3889-79130213E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75A209-9725-8CB5-FEDB-5B3296F31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1E92DF-1D2A-4347-F6F6-E9DB88BD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AFBDC2-7BE0-BD12-FA39-F1F31B2AE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7DFDC-57B9-2205-5195-099AD84E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02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F95E2-6E1F-8726-0B46-FB9AC17A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EE823-12E6-6881-C68B-3D80DB4E3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39129A-1841-DA90-1203-12D263117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2FEDA51-E43E-71C2-DB2D-F8FCE3224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886777-5CF5-E2B3-AA7E-50D958305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D61589-EDE6-6FCE-0963-C53E2993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6BD5DC4-BCF5-FDA6-1406-36A31B8C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63F6A8-1EF0-3672-C97D-D4A9A1D2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999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321FA-383E-79CC-0121-708F87B7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8F062F-8FF2-8CDA-89B3-88F8133A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F2C087-FEF3-B68D-6251-F78B781E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9C1C47-B27E-9D8C-D449-4DAED654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99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0C7B88-E6B6-5F54-64BC-641991DB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68352D-0099-8C33-9F7C-863D9F49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9171D4-B897-60E3-4EA1-8100D19F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43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91B31-BC78-CE47-7E83-D99BB805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AC63D-88A5-0F2F-D9FF-97EE05E78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A590CE-E862-24E3-E276-935AE8435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154999-ED9E-7414-FA62-C45E3059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EB70F7-E093-6393-47BF-F3831A2D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81AD41-E2AC-98E6-E5CD-F6A2E284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98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3D500-22BA-CC34-643D-790FB78E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E174E7-6C09-BE2C-D1EA-71B483B3A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C8CA61-060C-89F3-8A95-53054DD61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AF85D4-06B8-578C-D63B-BF12992D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C5A9CC-1FB0-21ED-E456-BE316CEC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CB915D-3B31-0C97-4842-AF98D17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75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A22DE-CD4E-F4BB-B6BE-E4F60835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3E4451-3D34-1B5A-EEB0-2BDDF566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240C7A-CF26-0C59-9AFE-588DE73F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1BE221-A889-A239-F609-C1A15F9D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CC4C40-4D72-5287-627D-B4D1AE03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38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4C6F01-6821-122E-46A0-23FEB1FFA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7794FB-B71D-23E6-55EB-76CDB810C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085390-4D5F-17A0-D9A9-7881DE50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7E56CC-AF78-7155-F24D-AB0D400A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2553D0-E1B9-6A77-9A07-3CAF7866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6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FCAA58A-C72D-D3CA-7B1E-F7B2EDB2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FF7609-B7B4-DBD5-DBB2-842B0E855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F32CA-AF26-2E67-EBC9-6E1B7F6F0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24A59-91F1-4F87-8F0F-335BC4BFEFA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1CA94-5846-D3EC-252F-291B8ABBE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E216BD-9F61-C989-B70F-DAC5DEA39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4E5B5-1D82-4720-9928-DB70D1EBD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03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E955B-889B-A3F0-8748-30CA46B52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8A0B84-595C-BB92-A920-537E7CC9E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0C64AA-D4B0-60ED-8D07-D20E47A6DF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8D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99A85EC8-60B4-EEAB-67CA-7233BDB8D2A4}"/>
              </a:ext>
            </a:extLst>
          </p:cNvPr>
          <p:cNvSpPr/>
          <p:nvPr/>
        </p:nvSpPr>
        <p:spPr>
          <a:xfrm rot="5400000">
            <a:off x="-1945502" y="1945501"/>
            <a:ext cx="6858000" cy="2966998"/>
          </a:xfrm>
          <a:prstGeom prst="round2SameRect">
            <a:avLst/>
          </a:prstGeom>
          <a:solidFill>
            <a:srgbClr val="1720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1D9EF7F-ABAD-CE63-EA43-1D96240A5789}"/>
              </a:ext>
            </a:extLst>
          </p:cNvPr>
          <p:cNvSpPr/>
          <p:nvPr/>
        </p:nvSpPr>
        <p:spPr>
          <a:xfrm>
            <a:off x="3291002" y="659038"/>
            <a:ext cx="2642998" cy="1147499"/>
          </a:xfrm>
          <a:prstGeom prst="roundRect">
            <a:avLst/>
          </a:prstGeom>
          <a:solidFill>
            <a:srgbClr val="120301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CFC5967-821E-0C3C-F63E-960ABAE377C9}"/>
              </a:ext>
            </a:extLst>
          </p:cNvPr>
          <p:cNvSpPr/>
          <p:nvPr/>
        </p:nvSpPr>
        <p:spPr>
          <a:xfrm>
            <a:off x="6258000" y="674458"/>
            <a:ext cx="2642998" cy="1147499"/>
          </a:xfrm>
          <a:prstGeom prst="roundRect">
            <a:avLst/>
          </a:prstGeom>
          <a:solidFill>
            <a:srgbClr val="120301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606372D-A6B7-3350-BD1A-6A3C359207E7}"/>
              </a:ext>
            </a:extLst>
          </p:cNvPr>
          <p:cNvSpPr/>
          <p:nvPr/>
        </p:nvSpPr>
        <p:spPr>
          <a:xfrm>
            <a:off x="9224996" y="653519"/>
            <a:ext cx="2642998" cy="1147499"/>
          </a:xfrm>
          <a:prstGeom prst="roundRect">
            <a:avLst/>
          </a:prstGeom>
          <a:solidFill>
            <a:srgbClr val="120301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7E5FDD8-CB8D-8B8A-EAA9-7DE36A9CFABA}"/>
              </a:ext>
            </a:extLst>
          </p:cNvPr>
          <p:cNvSpPr/>
          <p:nvPr/>
        </p:nvSpPr>
        <p:spPr>
          <a:xfrm>
            <a:off x="3290998" y="2129271"/>
            <a:ext cx="4073363" cy="2283961"/>
          </a:xfrm>
          <a:prstGeom prst="roundRect">
            <a:avLst/>
          </a:prstGeom>
          <a:solidFill>
            <a:srgbClr val="120301"/>
          </a:solidFill>
          <a:effectLst>
            <a:outerShdw blurRad="152400" dist="38100" algn="l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670E381-7F86-E1EF-AAF4-F3F037C7964F}"/>
              </a:ext>
            </a:extLst>
          </p:cNvPr>
          <p:cNvSpPr/>
          <p:nvPr/>
        </p:nvSpPr>
        <p:spPr>
          <a:xfrm>
            <a:off x="7794635" y="2119501"/>
            <a:ext cx="4073363" cy="2283961"/>
          </a:xfrm>
          <a:prstGeom prst="roundRect">
            <a:avLst/>
          </a:prstGeom>
          <a:solidFill>
            <a:srgbClr val="120301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1FBAA5A-9BE5-597F-1C4C-38E109D2C061}"/>
              </a:ext>
            </a:extLst>
          </p:cNvPr>
          <p:cNvSpPr/>
          <p:nvPr/>
        </p:nvSpPr>
        <p:spPr>
          <a:xfrm>
            <a:off x="3290998" y="4716427"/>
            <a:ext cx="8576996" cy="1806535"/>
          </a:xfrm>
          <a:prstGeom prst="roundRect">
            <a:avLst/>
          </a:prstGeom>
          <a:solidFill>
            <a:srgbClr val="120301"/>
          </a:solidFill>
          <a:effectLst>
            <a:outerShdw blurRad="152400" dist="38100" algn="l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22A57A3-6EA4-6C86-AB23-428488E1DB3B}"/>
              </a:ext>
            </a:extLst>
          </p:cNvPr>
          <p:cNvSpPr/>
          <p:nvPr/>
        </p:nvSpPr>
        <p:spPr>
          <a:xfrm>
            <a:off x="367536" y="2129271"/>
            <a:ext cx="2231923" cy="3180443"/>
          </a:xfrm>
          <a:prstGeom prst="roundRect">
            <a:avLst/>
          </a:prstGeom>
          <a:solidFill>
            <a:srgbClr val="694711"/>
          </a:solidFill>
          <a:effectLst>
            <a:outerShdw blurRad="152400" dist="38100" algn="l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8C2D764-4624-7177-AF66-E6BFB9C8920A}"/>
              </a:ext>
            </a:extLst>
          </p:cNvPr>
          <p:cNvSpPr/>
          <p:nvPr/>
        </p:nvSpPr>
        <p:spPr>
          <a:xfrm>
            <a:off x="367535" y="5639234"/>
            <a:ext cx="2231923" cy="493777"/>
          </a:xfrm>
          <a:prstGeom prst="roundRect">
            <a:avLst/>
          </a:prstGeom>
          <a:solidFill>
            <a:srgbClr val="694711"/>
          </a:solidFill>
          <a:effectLst>
            <a:outerShdw blurRad="152400" dist="38100" algn="l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F650EFC-995D-80F7-1CC5-3B59C305AC84}"/>
              </a:ext>
            </a:extLst>
          </p:cNvPr>
          <p:cNvSpPr txBox="1"/>
          <p:nvPr/>
        </p:nvSpPr>
        <p:spPr>
          <a:xfrm>
            <a:off x="3200982" y="171177"/>
            <a:ext cx="3396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50A0A"/>
                </a:solidFill>
                <a:latin typeface="Congenial Black" panose="020F0502020204030204" pitchFamily="2" charset="0"/>
              </a:rPr>
              <a:t>Dashboard Taxa de Vitoria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F7B6E9B5-9F90-DD32-73DB-D8E9854A9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2" y="113364"/>
            <a:ext cx="1691148" cy="951271"/>
          </a:xfrm>
          <a:prstGeom prst="rect">
            <a:avLst/>
          </a:prstGeom>
        </p:spPr>
      </p:pic>
      <p:sp>
        <p:nvSpPr>
          <p:cNvPr id="29" name="Retângulo: Cantos Superiores Arredondados 28">
            <a:extLst>
              <a:ext uri="{FF2B5EF4-FFF2-40B4-BE49-F238E27FC236}">
                <a16:creationId xmlns:a16="http://schemas.microsoft.com/office/drawing/2014/main" id="{927A9EFB-BFF6-4269-542C-E78EEA859F92}"/>
              </a:ext>
            </a:extLst>
          </p:cNvPr>
          <p:cNvSpPr/>
          <p:nvPr/>
        </p:nvSpPr>
        <p:spPr>
          <a:xfrm rot="5400000">
            <a:off x="-1904999" y="1922436"/>
            <a:ext cx="6858000" cy="2966998"/>
          </a:xfrm>
          <a:prstGeom prst="round2SameRect">
            <a:avLst/>
          </a:prstGeom>
          <a:solidFill>
            <a:srgbClr val="17201F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263C2B7-7817-D3C0-831F-8AB84E695DAC}"/>
              </a:ext>
            </a:extLst>
          </p:cNvPr>
          <p:cNvSpPr/>
          <p:nvPr/>
        </p:nvSpPr>
        <p:spPr>
          <a:xfrm>
            <a:off x="387787" y="1779823"/>
            <a:ext cx="2231923" cy="3180443"/>
          </a:xfrm>
          <a:prstGeom prst="roundRect">
            <a:avLst/>
          </a:prstGeom>
          <a:solidFill>
            <a:srgbClr val="BF8D3D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CB02B36-01A0-3459-C808-9F4DF18826BE}"/>
              </a:ext>
            </a:extLst>
          </p:cNvPr>
          <p:cNvSpPr/>
          <p:nvPr/>
        </p:nvSpPr>
        <p:spPr>
          <a:xfrm>
            <a:off x="387787" y="5513477"/>
            <a:ext cx="2231923" cy="493777"/>
          </a:xfrm>
          <a:prstGeom prst="roundRect">
            <a:avLst/>
          </a:prstGeom>
          <a:solidFill>
            <a:srgbClr val="BF8D3D"/>
          </a:solidFill>
          <a:effectLst>
            <a:outerShdw blurRad="152400" dist="38100" algn="l" rotWithShape="0">
              <a:srgbClr val="120301">
                <a:alpha val="5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5E3C09AF-A91F-DED1-3D67-5FA9D65E8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51" y="-25257"/>
            <a:ext cx="3007494" cy="1691716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83E4F799-CC73-FCF2-8008-B5613695934B}"/>
              </a:ext>
            </a:extLst>
          </p:cNvPr>
          <p:cNvSpPr txBox="1"/>
          <p:nvPr/>
        </p:nvSpPr>
        <p:spPr>
          <a:xfrm>
            <a:off x="3863950" y="1463391"/>
            <a:ext cx="1497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BF8D3D"/>
                </a:solidFill>
                <a:latin typeface="Congenial Black" panose="02000503040000020004" pitchFamily="2" charset="0"/>
              </a:rPr>
              <a:t>Taxa de vitória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563CB80-67D8-6621-BE69-6A4ED274E464}"/>
              </a:ext>
            </a:extLst>
          </p:cNvPr>
          <p:cNvSpPr txBox="1"/>
          <p:nvPr/>
        </p:nvSpPr>
        <p:spPr>
          <a:xfrm>
            <a:off x="6729711" y="1458781"/>
            <a:ext cx="1780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BF8D3D"/>
                </a:solidFill>
                <a:latin typeface="Congenial Black" panose="02000503040000020004" pitchFamily="2" charset="0"/>
              </a:rPr>
              <a:t>Total de campeões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9B14E41-45C5-21EA-14CA-5D6EE5BF1340}"/>
              </a:ext>
            </a:extLst>
          </p:cNvPr>
          <p:cNvSpPr txBox="1"/>
          <p:nvPr/>
        </p:nvSpPr>
        <p:spPr>
          <a:xfrm>
            <a:off x="9919457" y="1467044"/>
            <a:ext cx="1497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BF8D3D"/>
                </a:solidFill>
                <a:latin typeface="Congenial Black" panose="02000503040000020004" pitchFamily="2" charset="0"/>
              </a:rPr>
              <a:t>Total de jogos</a:t>
            </a:r>
          </a:p>
        </p:txBody>
      </p:sp>
    </p:spTree>
    <p:extLst>
      <p:ext uri="{BB962C8B-B14F-4D97-AF65-F5344CB8AC3E}">
        <p14:creationId xmlns:p14="http://schemas.microsoft.com/office/powerpoint/2010/main" val="3779010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Congenial Black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Bomfim</dc:creator>
  <cp:lastModifiedBy>Raphael Bomfim</cp:lastModifiedBy>
  <cp:revision>1</cp:revision>
  <dcterms:created xsi:type="dcterms:W3CDTF">2026-03-25T18:43:01Z</dcterms:created>
  <dcterms:modified xsi:type="dcterms:W3CDTF">2026-03-25T20:37:48Z</dcterms:modified>
</cp:coreProperties>
</file>